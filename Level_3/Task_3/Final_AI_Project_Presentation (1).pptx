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6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00" autoAdjust="0"/>
  </p:normalViewPr>
  <p:slideViewPr>
    <p:cSldViewPr snapToGrid="0" snapToObjects="1">
      <p:cViewPr varScale="1">
        <p:scale>
          <a:sx n="67" d="100"/>
          <a:sy n="67" d="100"/>
        </p:scale>
        <p:origin x="61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mazeenath/raushbyte-tech-projects.git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532D"/>
                </a:solidFill>
              </a:defRPr>
            </a:pPr>
            <a:r>
              <a:t>FINAL AI PROJECT</a:t>
            </a:r>
          </a:p>
          <a:p>
            <a:pPr>
              <a:defRPr sz="2700">
                <a:solidFill>
                  <a:srgbClr val="1F2937"/>
                </a:solidFill>
              </a:defRPr>
            </a:pPr>
            <a:r>
              <a:t>Project Report &amp;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175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</a:defRPr>
            </a:pPr>
            <a:r>
              <a:t>AI Research • Chatbot • Computer Vision • Voice Assistant • Automation</a:t>
            </a:r>
          </a:p>
          <a:p>
            <a:pPr>
              <a:defRPr sz="2000" b="1">
                <a:solidFill>
                  <a:srgbClr val="166534"/>
                </a:solidFill>
              </a:defRPr>
            </a:pPr>
            <a:r>
              <a:t>Eco Sage • Garbage Image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1. 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Level 1: AI Applications Research, Basic Rule-Based Chatbot, AI Presentation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Level 2: Face Detection, Basic Voice Assistant, AI Automation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Level 3: Eco Sage Environmental &amp; Biodiversity AI, Garbage Image Classification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Portfolio focus: practical AI applications with user-facing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Understand real-world Artificial Intelligence applications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Build interactive AI applications instead of only studying theory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Explore conversational AI, computer vision, speech, automation and deep learning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Develop environmental intelligence for biodiversity and environmental metrics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Document implementation, testing, 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3. Level 1 – AI Applications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Healthcare: medical image analysis, decision support, monitoring and drug discovery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Education: personalized learning, intelligent tutoring and automated assessment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Business: recommendations, forecasting, fraud detection and workflow automation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Daily life: voice assistants, search, navigation, translation and smart devices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Output: formal research paper +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4. Level 1 – Basic Rule-Based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Streamlit-based conversational interface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User input → keyword/pattern matching → predefined response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Includes fallback behavior for unsupported inputs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Demonstrates deterministic conversational AI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Provides the foundation for later AI-agent and language-model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5. Level 2 – Face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Computer vision project using OpenCV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Haar Cascade classifier used to locate faces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Workflow: image/frame → preprocessing → detection → bounding boxes → display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Focus is face detection, not identity recognition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Useful for learning real-time visual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6. Level 2 – Voice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Hands-free interaction through speech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Microphone input → speech-to-text → command interpretation → response/action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Demonstrates speech processing and simple natural-language command handling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Can be extended with more commands, multilingual support and error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7. Level 2 – AI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Python-based workflow automation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Collect input/data and apply programmed or AI-assisted logic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Execute repetitive actions automatically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Focus: reducing manual effort and improving workflow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8. Level 3 – Eco 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Environmental and biodiversity AI assistant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Inputs: soil, climate, land use, biodiversity, human impact, location and time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Conversational questions + structured environmental data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AI reasoning produces analysis, explanations and actionable recommendations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Interactive features include chat, reports, dashboards and structured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9. Eco Sage – Processing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011680"/>
            <a:ext cx="2331720" cy="1417320"/>
          </a:xfrm>
          <a:prstGeom prst="roundRect">
            <a:avLst/>
          </a:prstGeom>
          <a:solidFill>
            <a:srgbClr val="DCFCE7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t>User Input</a:t>
            </a:r>
          </a:p>
          <a:p>
            <a:pPr algn="ctr">
              <a:defRPr sz="1200">
                <a:solidFill>
                  <a:srgbClr val="4B5563"/>
                </a:solidFill>
              </a:defRPr>
            </a:pPr>
            <a:r>
              <a:t>Text + structured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487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532D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2011680"/>
            <a:ext cx="2331720" cy="1417320"/>
          </a:xfrm>
          <a:prstGeom prst="roundRect">
            <a:avLst/>
          </a:prstGeom>
          <a:solidFill>
            <a:srgbClr val="DCFCE7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t>Validation</a:t>
            </a:r>
          </a:p>
          <a:p>
            <a:pPr algn="ctr">
              <a:defRPr sz="1200">
                <a:solidFill>
                  <a:srgbClr val="4B5563"/>
                </a:solidFill>
              </a:defRPr>
            </a:pPr>
            <a:r>
              <a:t>Check context / missing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487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532D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2011680"/>
            <a:ext cx="2331720" cy="1417320"/>
          </a:xfrm>
          <a:prstGeom prst="roundRect">
            <a:avLst/>
          </a:prstGeom>
          <a:solidFill>
            <a:srgbClr val="DCFCE7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t>Environmental Agent</a:t>
            </a:r>
          </a:p>
          <a:p>
            <a:pPr algn="ctr">
              <a:defRPr sz="1200">
                <a:solidFill>
                  <a:srgbClr val="4B5563"/>
                </a:solidFill>
              </a:defRPr>
            </a:pPr>
            <a:r>
              <a:t>Reason over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4871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532D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2011680"/>
            <a:ext cx="2331720" cy="1417320"/>
          </a:xfrm>
          <a:prstGeom prst="roundRect">
            <a:avLst/>
          </a:prstGeom>
          <a:solidFill>
            <a:srgbClr val="DCFCE7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532D"/>
                </a:solidFill>
              </a:defRPr>
            </a:pPr>
            <a:r>
              <a:t>Output</a:t>
            </a:r>
          </a:p>
          <a:p>
            <a:pPr algn="ctr">
              <a:defRPr sz="1200">
                <a:solidFill>
                  <a:srgbClr val="4B5563"/>
                </a:solidFill>
              </a:defRPr>
            </a:pPr>
            <a:r>
              <a:t>Report / chat /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10. Level 3 – Garbage Image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Deep-learning computer vision project for waste categorization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Dataset → image preprocessing → model training/fine-tuning → evaluation → prediction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Interactive application can return predicted class and confidence information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Recycling-oriented feedback connects classification with practical waste management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Transfer learning such as MobileNetV2 is suitable for lightweight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11.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Python – core programming language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Streamlit – interactive application interfaces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OpenCV – computer vision and face detection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Machine Learning / Deep Learning – image classification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Gemini-based AI reasoning – environmental assistant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CSV / JSON / image datasets – structured and visual data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VS Code + Git – development and project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12. Project Workspace Evidence</a:t>
            </a:r>
          </a:p>
        </p:txBody>
      </p:sp>
      <p:pic>
        <p:nvPicPr>
          <p:cNvPr id="3" name="Picture 2" descr="image-17906573525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440680" cy="4846320"/>
          </a:xfrm>
          <a:prstGeom prst="rect">
            <a:avLst/>
          </a:prstGeom>
        </p:spPr>
      </p:pic>
      <p:pic>
        <p:nvPicPr>
          <p:cNvPr id="4" name="Picture 3" descr="image-1790657376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44068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13. 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dirty="0" err="1"/>
              <a:t>Chatbot</a:t>
            </a:r>
            <a:r>
              <a:rPr dirty="0"/>
              <a:t>: verify known inputs, unknown inputs and response consistency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Face detection: test different images, faces, scales and lighting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Voice assistant: test supported commands, transcription and noise conditions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Automation: verify workflow completion and repeatability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Eco Sage: test complete/incomplete context and relevance of recommendations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dirty="0"/>
              <a:t>Garbage classification: evaluate accuracy, precision/recall and confusion </a:t>
            </a:r>
            <a:r>
              <a:rPr dirty="0" smtClean="0"/>
              <a:t>matrix</a:t>
            </a:r>
            <a:endParaRPr lang="en-US" dirty="0" smtClean="0"/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</a:defRPr>
            </a:pPr>
            <a:r>
              <a:rPr lang="en-US" dirty="0" err="1" smtClean="0"/>
              <a:t>Gitup</a:t>
            </a:r>
            <a:r>
              <a:rPr lang="en-US" dirty="0"/>
              <a:t> link: </a:t>
            </a:r>
            <a:r>
              <a:rPr lang="en-US" dirty="0">
                <a:hlinkClick r:id="rId2"/>
              </a:rPr>
              <a:t>https://github.com/asmazeenath/raushbyte-tech-projects.git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14. Key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Covered multiple AI modalities in one portfolio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Moved from deterministic rules to ML/deep learning and AI reasoning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Built user-facing applications rather than only isolated models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Applied AI to environmental intelligence and waste classification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Developed practical understanding of data, models, interfaces and deployment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15.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Rule-based chatbot: limited to predefined patterns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Haar Cascade: sensitive to pose, lighting and image quality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Voice assistant: affected by noise, accents and speech-recognition errors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Image classification: depends on dataset quality, class balance and diversity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</a:defRPr>
            </a:pPr>
            <a:r>
              <a:t>Eco Sage: recommendations require validation with reliable environmental measurements and domain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16.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Modern vision detectors and stronger model evaluation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Multilingual voice assistant and richer automation integrations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Eco Sage: live weather, satellite/LULC data, biodiversity databases, maps and trend analysis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Larger and more diverse garbage datasets with improved validation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</a:defRPr>
            </a:pPr>
            <a:r>
              <a:t>Automated testing, model versioning, monitoring and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t>17.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The portfolio demonstrates a complete progression from AI fundamentals to applied intelligent systems.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It combines conversational AI, computer vision, speech, automation, environmental AI and deep learning.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Eco Sage adds environmental and biodiversity reasoning, while garbage classification demonstrates visual AI for waste management.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</a:defRPr>
            </a:pPr>
            <a:r>
              <a:t>The projects provide a strong foundation for further work in AIML, computer vision, conversational AI and intelligent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919115" cy="13388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532D"/>
                </a:solidFill>
              </a:defRPr>
            </a:pPr>
            <a:r>
              <a:rPr dirty="0"/>
              <a:t>17. </a:t>
            </a:r>
            <a:r>
              <a:rPr lang="en-US" dirty="0" smtClean="0"/>
              <a:t>OUTPUT</a:t>
            </a:r>
          </a:p>
          <a:p>
            <a:pPr>
              <a:defRPr sz="2700" b="1">
                <a:solidFill>
                  <a:srgbClr val="14532D"/>
                </a:solidFill>
              </a:defRPr>
            </a:pPr>
            <a:r>
              <a:rPr lang="en-US" dirty="0" smtClean="0"/>
              <a:t>.</a:t>
            </a:r>
            <a:endParaRPr lang="en-US" dirty="0"/>
          </a:p>
          <a:p>
            <a:pPr>
              <a:defRPr sz="2700" b="1">
                <a:solidFill>
                  <a:srgbClr val="14532D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15" y="1051560"/>
            <a:ext cx="4389120" cy="2468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051560"/>
            <a:ext cx="4389120" cy="2468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15" y="3740047"/>
            <a:ext cx="4389120" cy="23159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740047"/>
            <a:ext cx="4389120" cy="231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5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50" y="1019331"/>
            <a:ext cx="5496393" cy="37184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208" y="1019331"/>
            <a:ext cx="4975018" cy="371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8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4532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6324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1F2937"/>
                </a:solidFill>
              </a:defRPr>
            </a:pPr>
            <a:r>
              <a:t>Questions &amp; Discussion</a:t>
            </a:r>
          </a:p>
          <a:p>
            <a:pPr algn="ctr">
              <a:defRPr sz="1700">
                <a:solidFill>
                  <a:srgbClr val="4B5563"/>
                </a:solidFill>
              </a:defRPr>
            </a:pPr>
            <a:r>
              <a:t>AI Project Portfolio – Level 1 to 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883</Words>
  <Application>Microsoft Office PowerPoint</Application>
  <PresentationFormat>Widescreen</PresentationFormat>
  <Paragraphs>132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 XPS</dc:creator>
  <cp:keywords/>
  <dc:description>generated using python-pptx</dc:description>
  <cp:lastModifiedBy>DELL XPS</cp:lastModifiedBy>
  <cp:revision>5</cp:revision>
  <dcterms:created xsi:type="dcterms:W3CDTF">2013-01-27T09:14:16Z</dcterms:created>
  <dcterms:modified xsi:type="dcterms:W3CDTF">2026-09-29T07:07:41Z</dcterms:modified>
  <cp:category/>
</cp:coreProperties>
</file>